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REVETING SHOW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End-to-End Production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2011680" cy="109728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SHOW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2286000"/>
            <a:ext cx="2011680" cy="1097280"/>
          </a:xfrm>
          <a:prstGeom prst="rect">
            <a:avLst/>
          </a:prstGeom>
          <a:solidFill>
            <a:srgbClr val="1EA56B"/>
          </a:solidFill>
          <a:ln>
            <a:solidFill>
              <a:srgbClr val="1E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GUEST BOOKING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286000"/>
            <a:ext cx="2011680" cy="109728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 SEQUENCE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2286000"/>
            <a:ext cx="2011680" cy="1097280"/>
          </a:xfrm>
          <a:prstGeom prst="rect">
            <a:avLst/>
          </a:prstGeom>
          <a:solidFill>
            <a:srgbClr val="D93B3B"/>
          </a:solidFill>
          <a:ln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LIVE SHOW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2286000"/>
            <a:ext cx="2011680" cy="109728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POST-PROD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5"/>
                </a:solidFill>
              </a:defRPr>
            </a:pPr>
            <a:r>
              <a:t>Based on Jessie Lizak (Reveting) LinkedIn Live &amp; Livestream Content Engine SOP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COMPLETE SHOW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4-Column Production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432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</a:defRPr>
            </a:pPr>
            <a:r>
              <a:t>TIER 1: SHOW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Show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Team Roster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Channel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Podcast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Booking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Guest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A56B"/>
                </a:solidFill>
              </a:defRPr>
            </a:pPr>
            <a:r>
              <a:t>EPISODE 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Guest Booking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Fit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Tier 2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Topic Editing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114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Calendar Stage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709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T-14 Activation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27432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4B9F"/>
                </a:solidFill>
              </a:defRPr>
            </a:pPr>
            <a:r>
              <a:t>PRE-SHOW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Email 1 (Event Published)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Email 2 (T-7)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Email 3 (Day Before)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Email 4 (Day Of)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114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Calendar Stage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709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StreamYard Guest Link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188720"/>
            <a:ext cx="27432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3B3B"/>
                </a:solidFill>
              </a:defRPr>
            </a:pPr>
            <a:r>
              <a:t>LIVE &amp; POST-SHOW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Pre-show Tech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Go Live (60 min)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Email 5 (Within 1h)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Clips Delivered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114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Email 6 (24-36h)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709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Podcast Upload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1: NEW SHOW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Tier 1 — Complete once at show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228600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Show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[SHOW_NAME]</a:t>
            </a:r>
            <a:br/>
            <a:r>
              <a:t>[SHOW_EMAIL]</a:t>
            </a:r>
            <a:br/>
            <a:r>
              <a:t>[SHOW_TIMEZONE] → Eastern</a:t>
            </a:r>
            <a:br/>
            <a:r>
              <a:t>[SHOW_DAY_OF_WEEK]</a:t>
            </a:r>
            <a:br/>
            <a:r>
              <a:t>[SHOW_RECURRING_TIME_ET]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657600" cy="228600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[HOST_NAME]</a:t>
            </a:r>
            <a:br/>
            <a:r>
              <a:t>[HOST_LINKEDIN_URL]</a:t>
            </a:r>
            <a:br/>
            <a:r>
              <a:t>[PRODUCER_NAME]</a:t>
            </a:r>
            <a:br/>
            <a:r>
              <a:t>[PA_NAME]</a:t>
            </a:r>
            <a:br/>
            <a:r>
              <a:t>[SIGNATURE_BLOCK]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657600" cy="228600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Channel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373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⚠ Confirm against Total</a:t>
            </a:r>
            <a:br/>
            <a:r>
              <a:t>Deliverables Doc</a:t>
            </a:r>
            <a:br/>
            <a:r>
              <a:t>NEVER guess</a:t>
            </a:r>
            <a:br/>
            <a:r>
              <a:t>LinkedIn / YouTube / FB</a:t>
            </a:r>
            <a:br/>
            <a:r>
              <a:t>Twitch / Instagram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3657600" cy="228600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Podcast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Spotify</a:t>
            </a:r>
            <a:br/>
            <a:r>
              <a:t>Apple Podcasts</a:t>
            </a:r>
            <a:br/>
            <a:r>
              <a:t>YouTube Channel</a:t>
            </a:r>
            <a:br/>
            <a:r>
              <a:t>Show Website</a:t>
            </a:r>
            <a:br/>
            <a:r>
              <a:t>Past Episodes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931920"/>
            <a:ext cx="3657600" cy="228600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023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Booking &amp;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Booking Form</a:t>
            </a:r>
            <a:br/>
            <a:r>
              <a:t>Total Deliverables Doc</a:t>
            </a:r>
            <a:br/>
            <a:r>
              <a:t>StreamYard Account</a:t>
            </a:r>
            <a:br/>
            <a:r>
              <a:t>Client Outline</a:t>
            </a:r>
            <a:br/>
            <a:r>
              <a:t>Google Drive Root</a:t>
            </a:r>
            <a:br/>
            <a:r>
              <a:t>LinkedIn Walkthrough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931920"/>
            <a:ext cx="3657600" cy="228600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023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Guest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5,000+ followers preferred</a:t>
            </a:r>
            <a:br/>
            <a:r>
              <a:t>1,000-4,999: confirm</a:t>
            </a:r>
            <a:br/>
            <a:r>
              <a:t>Below 1,000: NO-GO</a:t>
            </a:r>
            <a:br/>
            <a:r>
              <a:t>Escalation → WhatsApp Jessie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2: GUEST BOOKING &amp; FIT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Episode intake from app.reveting.com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BOOKING INTAKE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1. Find Booking → Calendars → Appointment List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2. Pull Form Submission → 3 dots → View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3. Complete Tier 2 Guest 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4. Check LinkedIn Followers (manual lookup)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5. Edit Topics → 3-7 words each, aligned to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6. Set Episode Details (number, date, title)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7. Calendar Description Stage 1 (immediate)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576072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FIT GATE DECISION TREE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5303520" cy="731520"/>
          </a:xfrm>
          <a:prstGeom prst="rect">
            <a:avLst/>
          </a:prstGeom>
          <a:solidFill>
            <a:srgbClr val="1EA56B"/>
          </a:solidFill>
          <a:ln>
            <a:solidFill>
              <a:srgbClr val="1E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≥ 5,000 followers → ✓ FIT → Proceed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743200"/>
            <a:ext cx="5303520" cy="7315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3E"/>
                </a:solidFill>
              </a:defRPr>
            </a:pPr>
            <a:r>
              <a:t>1,000-4,999 → ⚠ Confirm with Prod + Marketing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657600"/>
            <a:ext cx="5303520" cy="731520"/>
          </a:xfrm>
          <a:prstGeom prst="rect">
            <a:avLst/>
          </a:prstGeom>
          <a:solidFill>
            <a:srgbClr val="D93B3B"/>
          </a:solidFill>
          <a:ln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74903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&lt; 1,000 → ✗ NOT A FIT → Send rejection email →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</a:defRPr>
            </a:pPr>
            <a:r>
              <a:t>⚠ Never email raw submitted topics. Edit to fit show strategy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3: T-14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14 days before show (or immediate if &lt; 14 days)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T-14 ACTIVATION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Subject: Confirming your appearance on [SHOW_NAME]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Confirm date + time (all 3 time zones)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Request LinkedIn connection with [LINKEDIN_CHANNEL_OWNER]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Link to past episodes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Explain topic editing process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[SIGNATURE_BLOCK]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32004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CALENDAR STAGE 1 (Set Immediately)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Event: [SHOW_NAME] with [GUEST_FIRST_NAME] [GUEST_LAST_NAME]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Location: StreamYard URL TBD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"Thank you for submitting your topics. We will format them..."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Login 15 min early at [PRESHOW_TIME_ET/CT/PT]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Go live: [GOLIVE_TIME_ET/CT/PT]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⚠ Preserve original booking form submission at bottom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EMAIL 1: EVENT 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Most variable-heavy email — all Tier 2 details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TRIGGER: Production + Marketing Lead has published event on all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3B3B"/>
                </a:solidFill>
              </a:defRPr>
            </a:pPr>
            <a:r>
              <a:t>REQUIRED VARIABLES: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4FF"/>
                </a:solidFill>
              </a:defRPr>
            </a:pPr>
            <a:r>
              <a:t>[EPISODE_DATE] [EPISODE_TITLE] [TOPIC_1-4] [GOLIVE_TIME_ET/CT/PT] [STREAMYARD_GUEST_LINK] [LINKEDIN_EVENT_URL] [SHOW_WEBSITE_LINK] [HOST_NAME] [HOST_LINKEDIN_URL] [SIGNATURE_BLOCK]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</a:defRPr>
            </a:pPr>
            <a:r>
              <a:t>CONTENT: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All episode details (date, title, topics, timing in 3 time zones)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StreamYard guest link (fresh!)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Promo links (LinkedIn event, show website, podcast links)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LinkedIn invite walkthrough instructions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Signature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PRE-SHOW EMAIL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Emails 2, 3, 4 — Building momentum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A56B"/>
                </a:solidFill>
              </a:defRPr>
            </a:pPr>
            <a:r>
              <a:t>EMAIL 2 — T-7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BB5"/>
                </a:solidFill>
              </a:defRPr>
            </a:pPr>
            <a:r>
              <a:t>Remind guest to invite LinkedIn 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Briefing call booking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Show format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Tech check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4B9F"/>
                </a:solidFill>
              </a:defRPr>
            </a:pPr>
            <a:r>
              <a:t>EMAIL 3 — DAY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BB5"/>
                </a:solidFill>
              </a:defRPr>
            </a:pPr>
            <a:r>
              <a:t>Send StreamYard link again + hype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StreamYard link (all 3 time zones)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Episode title + topics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Equipment checklist reminder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36576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EMAIL 4 — MORNING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BB5"/>
                </a:solidFill>
              </a:defRPr>
            </a:pPr>
            <a:r>
              <a:t>Final reminder 2-4 hours before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StreamYard link (all 3 time zones)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Go live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Reply READY or RESCHEDULE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CALENDAR STAGE 2 &amp; STREAMYARD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When event is published across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CALENDAR STAGE 2 (Event Published)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Finalized title with topics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All platform links (LinkedIn, YouTube, Facebook, etc.)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StreamYard guest link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Podcast links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[SIGNATURE_BLOCK]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32004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STREAMYARD PREP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6 scenes built (Holding, HostSolo, HostGuest, ScreenShare, Quote, EndCard)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Lower thirds with guest name/title/company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Logo bug at 30-40% opacity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Guest invite link created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Multi-destination streaming tested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SHOW RUN-OF-SHOW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45-Minute Interview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325880" cy="54864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T-5</a:t>
            </a:r>
            <a:br/>
            <a:r>
              <a:t>Holding screen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BB5"/>
                </a:solidFill>
              </a:defRPr>
            </a:pPr>
            <a:r>
              <a:t>Holding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371600"/>
            <a:ext cx="1325880" cy="54864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T+0</a:t>
            </a:r>
            <a:br/>
            <a:r>
              <a:t>Host intro, guest 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65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BB5"/>
                </a:solidFill>
              </a:defRPr>
            </a:pPr>
            <a:r>
              <a:t>Host Solo → Host+Guest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1325880" cy="54864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T+3</a:t>
            </a:r>
            <a:br/>
            <a:r>
              <a:t>Guest bio, origin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BB5"/>
                </a:solidFill>
              </a:defRPr>
            </a:pPr>
            <a:r>
              <a:t>Host+Guest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71600"/>
            <a:ext cx="1325880" cy="54864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T+12</a:t>
            </a:r>
            <a:br/>
            <a:r>
              <a:t>Chapter 1: Topic deep-dive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BB5"/>
                </a:solidFill>
              </a:defRPr>
            </a:pPr>
            <a:r>
              <a:t>Host+Guest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1325880" cy="54864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T+24</a:t>
            </a:r>
            <a:br/>
            <a:r>
              <a:t>Chapter 2: Second topic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65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BB5"/>
                </a:solidFill>
              </a:defRPr>
            </a:pPr>
            <a:r>
              <a:t>Host+Guest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371600"/>
            <a:ext cx="1325880" cy="54864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T+36</a:t>
            </a:r>
            <a:br/>
            <a:r>
              <a:t>Chapter 3: Final topic +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65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BB5"/>
                </a:solidFill>
              </a:defRPr>
            </a:pPr>
            <a:r>
              <a:t>Host+Guest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1325880" cy="54864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T+44</a:t>
            </a:r>
            <a:br/>
            <a:r>
              <a:t>CTA, next episode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965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BB5"/>
                </a:solidFill>
              </a:defRPr>
            </a:pPr>
            <a:r>
              <a:t>Host Solo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7000" y="1371600"/>
            <a:ext cx="1325880" cy="54864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T+45</a:t>
            </a:r>
            <a:br/>
            <a:r>
              <a:t>End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965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BB5"/>
                </a:solidFill>
              </a:defRPr>
            </a:pPr>
            <a:r>
              <a:t>End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3B3B"/>
                </a:solidFill>
              </a:defRPr>
            </a:pPr>
            <a:r>
              <a:t>⚠ Chapter breaks every 8-12 minutes for clean clipping | Email 5 must go out within 1 hour of show 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GHL PIPELINE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6-Stage Guest Pipeline + 3-Stage Audience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45720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GUEST PIPELINE (6 Stages)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286000" cy="5029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Prospect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Identified potential guest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286000" cy="50292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Outreach 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Initial invite email 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2286000" cy="502920"/>
          </a:xfrm>
          <a:prstGeom prst="rect">
            <a:avLst/>
          </a:prstGeom>
          <a:solidFill>
            <a:srgbClr val="1EA56B"/>
          </a:solidFill>
          <a:ln>
            <a:solidFill>
              <a:srgbClr val="1E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Shortlisted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Responded positively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2286000" cy="502920"/>
          </a:xfrm>
          <a:prstGeom prst="rect">
            <a:avLst/>
          </a:prstGeom>
          <a:solidFill>
            <a:srgbClr val="1EA56B"/>
          </a:solidFill>
          <a:ln>
            <a:solidFill>
              <a:srgbClr val="1E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Booking confirmed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2286000" cy="502920"/>
          </a:xfrm>
          <a:prstGeom prst="rect">
            <a:avLst/>
          </a:prstGeom>
          <a:solidFill>
            <a:srgbClr val="D93B3B"/>
          </a:solidFill>
          <a:ln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Show 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2286000" cy="502920"/>
          </a:xfrm>
          <a:prstGeom prst="rect">
            <a:avLst/>
          </a:prstGeom>
          <a:solidFill>
            <a:srgbClr val="8A9BB5"/>
          </a:solidFill>
          <a:ln>
            <a:solidFill>
              <a:srgbClr val="8A9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Past Guest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983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Clips sent, archived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AUDIENCE PIPELINE (3 Stages)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37360"/>
            <a:ext cx="2286000" cy="50292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Show Subscriber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Email captured; receiving announcements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77440"/>
            <a:ext cx="2286000" cy="50292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Engaged 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Commented, DMed, or attended 2+ shows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17520"/>
            <a:ext cx="2286000" cy="50292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Booked call from show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POST-SHOW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Emails 5, 6, 7 — Clips, replay, nurture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3B3B"/>
                </a:solidFill>
              </a:defRPr>
            </a:pPr>
            <a:r>
              <a:t>EMAIL 5 — Within 1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BB5"/>
                </a:solidFill>
              </a:defRPr>
            </a:pPr>
            <a:r>
              <a:t>Guest thank-you + full recording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Thank you + recording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LinkedIn replay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Podcast upload notification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4B9F"/>
                </a:solidFill>
              </a:defRPr>
            </a:pPr>
            <a:r>
              <a:t>EMAIL 6 — 24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BB5"/>
                </a:solidFill>
              </a:defRPr>
            </a:pPr>
            <a:r>
              <a:t>Audience replay + newsletter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Replay link for 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Newsletter sign-up CTA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Next episode teaser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36576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A56B"/>
                </a:solidFill>
              </a:defRPr>
            </a:pPr>
            <a:r>
              <a:t>EMAIL 7 — 24-36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BB5"/>
                </a:solidFill>
              </a:defRPr>
            </a:pPr>
            <a:r>
              <a:t>Clip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3 polished clips (MP4 9:16)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Suggested captions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Tag handles for host + 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91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Download links (Google Drive)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SKILL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How the 5 Reveting skills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86868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37160" cy="86868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1. SHOW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Master variable intake</a:t>
            </a:r>
            <a:br/>
            <a:r>
              <a:t>Tier 1 + Tier 2 variables</a:t>
            </a:r>
            <a:br/>
            <a:r>
              <a:t>Email trigger checklist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1430000" cy="86868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137160" cy="868680"/>
          </a:xfrm>
          <a:prstGeom prst="rect">
            <a:avLst/>
          </a:prstGeom>
          <a:solidFill>
            <a:srgbClr val="1A4B9F"/>
          </a:solidFill>
          <a:ln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4B9F"/>
                </a:solidFill>
              </a:defRPr>
            </a:pPr>
            <a:r>
              <a:t>2. EMAIL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6-sequence system</a:t>
            </a:r>
            <a:br/>
            <a:r>
              <a:t>11 email variants</a:t>
            </a:r>
            <a:br/>
            <a:r>
              <a:t>Re-engagement logic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11430000" cy="86868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137160" cy="868680"/>
          </a:xfrm>
          <a:prstGeom prst="rect">
            <a:avLst/>
          </a:prstGeom>
          <a:solidFill>
            <a:srgbClr val="1EA56B"/>
          </a:solidFill>
          <a:ln>
            <a:solidFill>
              <a:srgbClr val="1E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A56B"/>
                </a:solidFill>
              </a:defRPr>
            </a:pPr>
            <a:r>
              <a:t>3. CALENDAR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Booking pages</a:t>
            </a:r>
            <a:br/>
            <a:r>
              <a:t>6-touch reminders</a:t>
            </a:r>
            <a:br/>
            <a:r>
              <a:t>No-show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11430000" cy="86868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206240"/>
            <a:ext cx="137160" cy="868680"/>
          </a:xfrm>
          <a:prstGeom prst="rect">
            <a:avLst/>
          </a:prstGeom>
          <a:solidFill>
            <a:srgbClr val="D93B3B"/>
          </a:solidFill>
          <a:ln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3B3B"/>
                </a:solidFill>
              </a:defRPr>
            </a:pPr>
            <a:r>
              <a:t>4. GHL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6-stage pipeline</a:t>
            </a:r>
            <a:br/>
            <a:r>
              <a:t>4 workflow maps</a:t>
            </a:r>
            <a:br/>
            <a:r>
              <a:t>Contact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11430000" cy="86868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37160" cy="86868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5. STREAMYARD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6-scene library</a:t>
            </a:r>
            <a:br/>
            <a:r>
              <a:t>Guest invite SOP</a:t>
            </a:r>
            <a:br/>
            <a:r>
              <a:t>45-min run-of-show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A623"/>
                </a:solidFill>
              </a:defRPr>
            </a:pPr>
            <a:r>
              <a:t>Your show production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PRODUCTION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Tier 1 variables completed (show constants)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Guest booking confirmed in GHL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6-touch reminder sequence activated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StreamYard scenes built and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LinkedIn Live event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Multi-destination streaming configured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Email sequences loaded in GHL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Post-production handoff SLA confirmed (24h clips)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Guest clips delivered within 36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☐ Episode uploaded to podcast channels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github.com/sitedesigner/golivestream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5 operational skills + templates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Sample emails and calendar events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PPTX production deck generator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Canva banner generator (coming soon)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GHL → Google Calendar sync (coming soon)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